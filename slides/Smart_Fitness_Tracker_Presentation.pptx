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Fitness Tracker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Java-based project to track fitness activities and monitor user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tracking of workouts and calories is difficult.</a:t>
            </a:r>
          </a:p>
          <a:p>
            <a:r>
              <a:t>This system automates tracking and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user fitness data</a:t>
            </a:r>
          </a:p>
          <a:p>
            <a:r>
              <a:t>• Track workouts</a:t>
            </a:r>
          </a:p>
          <a:p>
            <a:r>
              <a:t>• Calculate calories burned</a:t>
            </a:r>
          </a:p>
          <a:p>
            <a:r>
              <a:t>• Display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 &amp; Object</a:t>
            </a:r>
          </a:p>
          <a:p>
            <a:r>
              <a:t>• Encapsulation</a:t>
            </a:r>
          </a:p>
          <a:p>
            <a:r>
              <a:t>•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class stores details</a:t>
            </a:r>
          </a:p>
          <a:p>
            <a:r>
              <a:t>Workout class tracks activities</a:t>
            </a:r>
          </a:p>
          <a:p>
            <a:r>
              <a:t>Tracker manages and displays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user details, workouts, and calorie information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effective system using Java OOP for fitness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